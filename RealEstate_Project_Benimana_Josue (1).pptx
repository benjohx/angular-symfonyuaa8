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RealEstate Web Application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Developed by Benimana Josue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Angular (Frontend) + Symfony (Backend)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Description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real estate platform that connects buyers, sellers, and renters.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can: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Browse properties by location, price, and type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Save favorite properties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Manage their search preferences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Contact property owners directly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Technologies Used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Frontend: Angular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Backend: Symfony (PHP)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Database: MySQL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API: RESTful architecture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Tools: TypeScript, Doctrine ORM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Angular Models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Property {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id, title, description, location, price, type, propertyType,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bedrooms, bathrooms, area, images, contactPhone, contactEmail, createdAt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{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id, name, email, roles[], savedProperties[], searchPreferences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Symfony Backend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Follows MVC architecture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Exposes RESTful API endpoints: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/api/properties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/api/users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/api/search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Handles authentication and data persistence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Figma UI Design (Desktop + Mobile Layouts)</a:t>
            </a:r>
            <a:endParaRPr/>
          </a:p>
        </p:txBody>
      </p:sp>
      <p:sp>
        <p:nvSpPr>
          <p:cNvPr id="115" name="Google Shape;115;p18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Modern blue &amp; white interface showing filters and property cards.</a:t>
            </a:r>
            <a:endParaRPr/>
          </a:p>
        </p:txBody>
      </p:sp>
      <p:pic>
        <p:nvPicPr>
          <p:cNvPr id="116" name="Google Shape;116;p18" title="Wireframe Layouts for EasyHou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8475" y="970925"/>
            <a:ext cx="91440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MCD Diagram</a:t>
            </a:r>
            <a:endParaRPr/>
          </a:p>
        </p:txBody>
      </p:sp>
      <p:sp>
        <p:nvSpPr>
          <p:cNvPr id="122" name="Google Shape;122;p19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Entities: User, Property, SearchPreferences with their relationships.</a:t>
            </a:r>
            <a:endParaRPr/>
          </a:p>
        </p:txBody>
      </p:sp>
      <p:pic>
        <p:nvPicPr>
          <p:cNvPr id="123" name="Google Shape;123;p19" title="MC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863" y="1417638"/>
            <a:ext cx="7504286" cy="4221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Property browsing and filtering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Save favorite properties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Contact property owners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User authentication &amp; roles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Personalized search preferences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full-stack real estate web app demonstrating: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Integration of Angular + Symfony + REST API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Scalable and modular architecture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Clean UI and robust backend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